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0EB1DB-7F41-47E7-8DD6-A95ECDEAF3FF}" v="6" dt="2026-05-05T06:30:21.9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stha, Safal (shre4420@vandals.uidaho.edu)" userId="18ac7307-1cc5-49db-91fd-cc86ad3a36bf" providerId="ADAL" clId="{52673049-237E-42FA-AC49-AAE26614D8D4}"/>
    <pc:docChg chg="undo custSel modSld">
      <pc:chgData name="Shrestha, Safal (shre4420@vandals.uidaho.edu)" userId="18ac7307-1cc5-49db-91fd-cc86ad3a36bf" providerId="ADAL" clId="{52673049-237E-42FA-AC49-AAE26614D8D4}" dt="2026-05-05T06:32:09.813" v="234" actId="20577"/>
      <pc:docMkLst>
        <pc:docMk/>
      </pc:docMkLst>
      <pc:sldChg chg="modSp mod">
        <pc:chgData name="Shrestha, Safal (shre4420@vandals.uidaho.edu)" userId="18ac7307-1cc5-49db-91fd-cc86ad3a36bf" providerId="ADAL" clId="{52673049-237E-42FA-AC49-AAE26614D8D4}" dt="2026-05-05T06:10:32.307" v="43" actId="20577"/>
        <pc:sldMkLst>
          <pc:docMk/>
          <pc:sldMk cId="0" sldId="257"/>
        </pc:sldMkLst>
        <pc:spChg chg="mod">
          <ac:chgData name="Shrestha, Safal (shre4420@vandals.uidaho.edu)" userId="18ac7307-1cc5-49db-91fd-cc86ad3a36bf" providerId="ADAL" clId="{52673049-237E-42FA-AC49-AAE26614D8D4}" dt="2026-05-05T06:10:32.307" v="43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09:19.691" v="6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09:25.066" v="7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09:30.570" v="8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09:39.227" v="9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09:45.490" v="10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09:48.202" v="11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09:51.458" v="12" actId="107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09:57.035" v="13" actId="107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0:01.122" v="14" actId="107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0:08.395" v="15" actId="1076"/>
          <ac:spMkLst>
            <pc:docMk/>
            <pc:sldMk cId="0" sldId="257"/>
            <ac:spMk id="28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0:11.122" v="16" actId="1076"/>
          <ac:spMkLst>
            <pc:docMk/>
            <pc:sldMk cId="0" sldId="257"/>
            <ac:spMk id="29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0:14.426" v="17" actId="1076"/>
          <ac:spMkLst>
            <pc:docMk/>
            <pc:sldMk cId="0" sldId="257"/>
            <ac:spMk id="30" creationId="{00000000-0000-0000-0000-000000000000}"/>
          </ac:spMkLst>
        </pc:spChg>
      </pc:sldChg>
      <pc:sldChg chg="modSp mod">
        <pc:chgData name="Shrestha, Safal (shre4420@vandals.uidaho.edu)" userId="18ac7307-1cc5-49db-91fd-cc86ad3a36bf" providerId="ADAL" clId="{52673049-237E-42FA-AC49-AAE26614D8D4}" dt="2026-05-05T06:11:31.146" v="56" actId="1076"/>
        <pc:sldMkLst>
          <pc:docMk/>
          <pc:sldMk cId="0" sldId="258"/>
        </pc:sldMkLst>
        <pc:spChg chg="mod">
          <ac:chgData name="Shrestha, Safal (shre4420@vandals.uidaho.edu)" userId="18ac7307-1cc5-49db-91fd-cc86ad3a36bf" providerId="ADAL" clId="{52673049-237E-42FA-AC49-AAE26614D8D4}" dt="2026-05-05T06:11:03.364" v="49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0:57.475" v="46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1:00.074" v="47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1:09.059" v="50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1:14.490" v="51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1:17.842" v="52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1:20.618" v="53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1:24.755" v="54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1:27.498" v="55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1:31.146" v="56" actId="1076"/>
          <ac:spMkLst>
            <pc:docMk/>
            <pc:sldMk cId="0" sldId="258"/>
            <ac:spMk id="21" creationId="{00000000-0000-0000-0000-000000000000}"/>
          </ac:spMkLst>
        </pc:spChg>
      </pc:sldChg>
      <pc:sldChg chg="modSp mod">
        <pc:chgData name="Shrestha, Safal (shre4420@vandals.uidaho.edu)" userId="18ac7307-1cc5-49db-91fd-cc86ad3a36bf" providerId="ADAL" clId="{52673049-237E-42FA-AC49-AAE26614D8D4}" dt="2026-05-05T06:11:40.635" v="57" actId="1076"/>
        <pc:sldMkLst>
          <pc:docMk/>
          <pc:sldMk cId="0" sldId="259"/>
        </pc:sldMkLst>
        <pc:spChg chg="mod">
          <ac:chgData name="Shrestha, Safal (shre4420@vandals.uidaho.edu)" userId="18ac7307-1cc5-49db-91fd-cc86ad3a36bf" providerId="ADAL" clId="{52673049-237E-42FA-AC49-AAE26614D8D4}" dt="2026-05-05T06:08:52.371" v="2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08:56.938" v="3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09:01.795" v="4" actId="107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1:40.635" v="57" actId="1076"/>
          <ac:spMkLst>
            <pc:docMk/>
            <pc:sldMk cId="0" sldId="259"/>
            <ac:spMk id="26" creationId="{00000000-0000-0000-0000-000000000000}"/>
          </ac:spMkLst>
        </pc:spChg>
      </pc:sldChg>
      <pc:sldChg chg="modSp mod">
        <pc:chgData name="Shrestha, Safal (shre4420@vandals.uidaho.edu)" userId="18ac7307-1cc5-49db-91fd-cc86ad3a36bf" providerId="ADAL" clId="{52673049-237E-42FA-AC49-AAE26614D8D4}" dt="2026-05-05T06:12:55.962" v="76" actId="1076"/>
        <pc:sldMkLst>
          <pc:docMk/>
          <pc:sldMk cId="0" sldId="260"/>
        </pc:sldMkLst>
        <pc:spChg chg="mod">
          <ac:chgData name="Shrestha, Safal (shre4420@vandals.uidaho.edu)" userId="18ac7307-1cc5-49db-91fd-cc86ad3a36bf" providerId="ADAL" clId="{52673049-237E-42FA-AC49-AAE26614D8D4}" dt="2026-05-05T06:12:53.290" v="75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2:55.962" v="76" actId="1076"/>
          <ac:spMkLst>
            <pc:docMk/>
            <pc:sldMk cId="0" sldId="260"/>
            <ac:spMk id="29" creationId="{00000000-0000-0000-0000-000000000000}"/>
          </ac:spMkLst>
        </pc:spChg>
      </pc:sldChg>
      <pc:sldChg chg="modSp mod">
        <pc:chgData name="Shrestha, Safal (shre4420@vandals.uidaho.edu)" userId="18ac7307-1cc5-49db-91fd-cc86ad3a36bf" providerId="ADAL" clId="{52673049-237E-42FA-AC49-AAE26614D8D4}" dt="2026-05-05T06:13:03.259" v="77" actId="1076"/>
        <pc:sldMkLst>
          <pc:docMk/>
          <pc:sldMk cId="0" sldId="261"/>
        </pc:sldMkLst>
        <pc:spChg chg="mod">
          <ac:chgData name="Shrestha, Safal (shre4420@vandals.uidaho.edu)" userId="18ac7307-1cc5-49db-91fd-cc86ad3a36bf" providerId="ADAL" clId="{52673049-237E-42FA-AC49-AAE26614D8D4}" dt="2026-05-05T06:12:47.659" v="74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2:03.426" v="61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1:57.986" v="59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2:00.426" v="60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2:07.330" v="62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2:10.874" v="63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2:13.370" v="64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2:16.314" v="65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2:28.388" v="71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2:22.026" v="68" actId="107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2:24.611" v="69" actId="107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2:33.379" v="72" actId="1076"/>
          <ac:spMkLst>
            <pc:docMk/>
            <pc:sldMk cId="0" sldId="261"/>
            <ac:spMk id="23" creationId="{00000000-0000-0000-0000-000000000000}"/>
          </ac:spMkLst>
        </pc:spChg>
        <pc:picChg chg="mod">
          <ac:chgData name="Shrestha, Safal (shre4420@vandals.uidaho.edu)" userId="18ac7307-1cc5-49db-91fd-cc86ad3a36bf" providerId="ADAL" clId="{52673049-237E-42FA-AC49-AAE26614D8D4}" dt="2026-05-05T06:13:03.259" v="77" actId="1076"/>
          <ac:picMkLst>
            <pc:docMk/>
            <pc:sldMk cId="0" sldId="261"/>
            <ac:picMk id="8" creationId="{00000000-0000-0000-0000-000000000000}"/>
          </ac:picMkLst>
        </pc:picChg>
      </pc:sldChg>
      <pc:sldChg chg="modSp mod">
        <pc:chgData name="Shrestha, Safal (shre4420@vandals.uidaho.edu)" userId="18ac7307-1cc5-49db-91fd-cc86ad3a36bf" providerId="ADAL" clId="{52673049-237E-42FA-AC49-AAE26614D8D4}" dt="2026-05-05T06:13:21.858" v="82" actId="1076"/>
        <pc:sldMkLst>
          <pc:docMk/>
          <pc:sldMk cId="0" sldId="262"/>
        </pc:sldMkLst>
        <pc:spChg chg="mod">
          <ac:chgData name="Shrestha, Safal (shre4420@vandals.uidaho.edu)" userId="18ac7307-1cc5-49db-91fd-cc86ad3a36bf" providerId="ADAL" clId="{52673049-237E-42FA-AC49-AAE26614D8D4}" dt="2026-05-05T06:13:10.835" v="78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3:13.794" v="79" actId="107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3:17.130" v="80" actId="1076"/>
          <ac:spMkLst>
            <pc:docMk/>
            <pc:sldMk cId="0" sldId="262"/>
            <ac:spMk id="26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3:19.114" v="81" actId="1076"/>
          <ac:spMkLst>
            <pc:docMk/>
            <pc:sldMk cId="0" sldId="262"/>
            <ac:spMk id="31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3:21.858" v="82" actId="1076"/>
          <ac:spMkLst>
            <pc:docMk/>
            <pc:sldMk cId="0" sldId="262"/>
            <ac:spMk id="36" creationId="{00000000-0000-0000-0000-000000000000}"/>
          </ac:spMkLst>
        </pc:spChg>
      </pc:sldChg>
      <pc:sldChg chg="modSp mod">
        <pc:chgData name="Shrestha, Safal (shre4420@vandals.uidaho.edu)" userId="18ac7307-1cc5-49db-91fd-cc86ad3a36bf" providerId="ADAL" clId="{52673049-237E-42FA-AC49-AAE26614D8D4}" dt="2026-05-05T06:13:30.867" v="83" actId="1076"/>
        <pc:sldMkLst>
          <pc:docMk/>
          <pc:sldMk cId="0" sldId="263"/>
        </pc:sldMkLst>
        <pc:spChg chg="mod">
          <ac:chgData name="Shrestha, Safal (shre4420@vandals.uidaho.edu)" userId="18ac7307-1cc5-49db-91fd-cc86ad3a36bf" providerId="ADAL" clId="{52673049-237E-42FA-AC49-AAE26614D8D4}" dt="2026-05-05T06:13:30.867" v="83" actId="1076"/>
          <ac:spMkLst>
            <pc:docMk/>
            <pc:sldMk cId="0" sldId="263"/>
            <ac:spMk id="6" creationId="{00000000-0000-0000-0000-000000000000}"/>
          </ac:spMkLst>
        </pc:spChg>
      </pc:sldChg>
      <pc:sldChg chg="modSp mod">
        <pc:chgData name="Shrestha, Safal (shre4420@vandals.uidaho.edu)" userId="18ac7307-1cc5-49db-91fd-cc86ad3a36bf" providerId="ADAL" clId="{52673049-237E-42FA-AC49-AAE26614D8D4}" dt="2026-05-05T06:14:35.706" v="101" actId="1076"/>
        <pc:sldMkLst>
          <pc:docMk/>
          <pc:sldMk cId="0" sldId="264"/>
        </pc:sldMkLst>
        <pc:spChg chg="mod">
          <ac:chgData name="Shrestha, Safal (shre4420@vandals.uidaho.edu)" userId="18ac7307-1cc5-49db-91fd-cc86ad3a36bf" providerId="ADAL" clId="{52673049-237E-42FA-AC49-AAE26614D8D4}" dt="2026-05-05T06:14:35.706" v="101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4:28.756" v="98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3:43.404" v="84" actId="107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3:45.226" v="85" actId="1076"/>
          <ac:spMkLst>
            <pc:docMk/>
            <pc:sldMk cId="0" sldId="264"/>
            <ac:spMk id="16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3:49.226" v="86" actId="107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3:51.707" v="87" actId="107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3:55.146" v="88" actId="107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3:58.650" v="89" actId="1076"/>
          <ac:spMkLst>
            <pc:docMk/>
            <pc:sldMk cId="0" sldId="264"/>
            <ac:spMk id="22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4:01.394" v="90" actId="1076"/>
          <ac:spMkLst>
            <pc:docMk/>
            <pc:sldMk cId="0" sldId="264"/>
            <ac:spMk id="25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4:03.579" v="91" actId="107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4:32.426" v="100" actId="1076"/>
          <ac:spMkLst>
            <pc:docMk/>
            <pc:sldMk cId="0" sldId="264"/>
            <ac:spMk id="27" creationId="{00000000-0000-0000-0000-000000000000}"/>
          </ac:spMkLst>
        </pc:spChg>
      </pc:sldChg>
      <pc:sldChg chg="modSp mod">
        <pc:chgData name="Shrestha, Safal (shre4420@vandals.uidaho.edu)" userId="18ac7307-1cc5-49db-91fd-cc86ad3a36bf" providerId="ADAL" clId="{52673049-237E-42FA-AC49-AAE26614D8D4}" dt="2026-05-05T06:15:21.643" v="109" actId="1076"/>
        <pc:sldMkLst>
          <pc:docMk/>
          <pc:sldMk cId="0" sldId="265"/>
        </pc:sldMkLst>
        <pc:spChg chg="mod">
          <ac:chgData name="Shrestha, Safal (shre4420@vandals.uidaho.edu)" userId="18ac7307-1cc5-49db-91fd-cc86ad3a36bf" providerId="ADAL" clId="{52673049-237E-42FA-AC49-AAE26614D8D4}" dt="2026-05-05T06:14:41.363" v="102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4:51.316" v="105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4:51.316" v="105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4:51.316" v="105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4:51.316" v="105" actId="107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5:03.898" v="106" actId="107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5:12.979" v="107" actId="107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5:12.979" v="107" actId="107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5:18.338" v="108" actId="107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5:12.979" v="107" actId="107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5:12.979" v="107" actId="1076"/>
          <ac:spMkLst>
            <pc:docMk/>
            <pc:sldMk cId="0" sldId="265"/>
            <ac:spMk id="22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4:51.316" v="105" actId="1076"/>
          <ac:spMkLst>
            <pc:docMk/>
            <pc:sldMk cId="0" sldId="265"/>
            <ac:spMk id="24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5:21.643" v="109" actId="1076"/>
          <ac:spMkLst>
            <pc:docMk/>
            <pc:sldMk cId="0" sldId="265"/>
            <ac:spMk id="25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5:12.979" v="107" actId="1076"/>
          <ac:spMkLst>
            <pc:docMk/>
            <pc:sldMk cId="0" sldId="265"/>
            <ac:spMk id="26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5:12.979" v="107" actId="1076"/>
          <ac:spMkLst>
            <pc:docMk/>
            <pc:sldMk cId="0" sldId="265"/>
            <ac:spMk id="27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4:51.316" v="105" actId="1076"/>
          <ac:spMkLst>
            <pc:docMk/>
            <pc:sldMk cId="0" sldId="265"/>
            <ac:spMk id="28" creationId="{00000000-0000-0000-0000-000000000000}"/>
          </ac:spMkLst>
        </pc:spChg>
      </pc:sldChg>
      <pc:sldChg chg="modSp mod">
        <pc:chgData name="Shrestha, Safal (shre4420@vandals.uidaho.edu)" userId="18ac7307-1cc5-49db-91fd-cc86ad3a36bf" providerId="ADAL" clId="{52673049-237E-42FA-AC49-AAE26614D8D4}" dt="2026-05-05T06:17:05.138" v="130" actId="1076"/>
        <pc:sldMkLst>
          <pc:docMk/>
          <pc:sldMk cId="0" sldId="266"/>
        </pc:sldMkLst>
        <pc:spChg chg="mod">
          <ac:chgData name="Shrestha, Safal (shre4420@vandals.uidaho.edu)" userId="18ac7307-1cc5-49db-91fd-cc86ad3a36bf" providerId="ADAL" clId="{52673049-237E-42FA-AC49-AAE26614D8D4}" dt="2026-05-05T06:16:42.314" v="122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6:54.058" v="126" actId="107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6:52.002" v="125" actId="107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6:49.186" v="124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6:57.715" v="127" actId="107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7:00.331" v="128" actId="107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7:02.259" v="129" actId="107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5:41.900" v="110" actId="1076"/>
          <ac:spMkLst>
            <pc:docMk/>
            <pc:sldMk cId="0" sldId="266"/>
            <ac:spMk id="25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7:05.138" v="130" actId="1076"/>
          <ac:spMkLst>
            <pc:docMk/>
            <pc:sldMk cId="0" sldId="266"/>
            <ac:spMk id="26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5:49.402" v="113" actId="1076"/>
          <ac:spMkLst>
            <pc:docMk/>
            <pc:sldMk cId="0" sldId="266"/>
            <ac:spMk id="27" creationId="{00000000-0000-0000-0000-000000000000}"/>
          </ac:spMkLst>
        </pc:spChg>
      </pc:sldChg>
      <pc:sldChg chg="addSp modSp mod">
        <pc:chgData name="Shrestha, Safal (shre4420@vandals.uidaho.edu)" userId="18ac7307-1cc5-49db-91fd-cc86ad3a36bf" providerId="ADAL" clId="{52673049-237E-42FA-AC49-AAE26614D8D4}" dt="2026-05-05T06:17:32.714" v="140" actId="1076"/>
        <pc:sldMkLst>
          <pc:docMk/>
          <pc:sldMk cId="0" sldId="267"/>
        </pc:sldMkLst>
        <pc:spChg chg="mod">
          <ac:chgData name="Shrestha, Safal (shre4420@vandals.uidaho.edu)" userId="18ac7307-1cc5-49db-91fd-cc86ad3a36bf" providerId="ADAL" clId="{52673049-237E-42FA-AC49-AAE26614D8D4}" dt="2026-05-05T06:17:11.627" v="131" actId="1076"/>
          <ac:spMkLst>
            <pc:docMk/>
            <pc:sldMk cId="0" sldId="267"/>
            <ac:spMk id="6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6:37.685" v="120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6:37.685" v="120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7:14.034" v="132" actId="107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7:24.276" v="136" actId="1076"/>
          <ac:spMkLst>
            <pc:docMk/>
            <pc:sldMk cId="0" sldId="267"/>
            <ac:spMk id="17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7:19.187" v="133" actId="1076"/>
          <ac:spMkLst>
            <pc:docMk/>
            <pc:sldMk cId="0" sldId="267"/>
            <ac:spMk id="19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7:21.170" v="134" actId="1076"/>
          <ac:spMkLst>
            <pc:docMk/>
            <pc:sldMk cId="0" sldId="267"/>
            <ac:spMk id="20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7:26.698" v="137" actId="1076"/>
          <ac:spMkLst>
            <pc:docMk/>
            <pc:sldMk cId="0" sldId="267"/>
            <ac:spMk id="21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7:28.866" v="138" actId="1076"/>
          <ac:spMkLst>
            <pc:docMk/>
            <pc:sldMk cId="0" sldId="267"/>
            <ac:spMk id="24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7:30.794" v="139" actId="1076"/>
          <ac:spMkLst>
            <pc:docMk/>
            <pc:sldMk cId="0" sldId="267"/>
            <ac:spMk id="25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7:32.714" v="140" actId="1076"/>
          <ac:spMkLst>
            <pc:docMk/>
            <pc:sldMk cId="0" sldId="267"/>
            <ac:spMk id="26" creationId="{00000000-0000-0000-0000-000000000000}"/>
          </ac:spMkLst>
        </pc:spChg>
        <pc:spChg chg="add mod">
          <ac:chgData name="Shrestha, Safal (shre4420@vandals.uidaho.edu)" userId="18ac7307-1cc5-49db-91fd-cc86ad3a36bf" providerId="ADAL" clId="{52673049-237E-42FA-AC49-AAE26614D8D4}" dt="2026-05-05T06:16:15.448" v="116" actId="571"/>
          <ac:spMkLst>
            <pc:docMk/>
            <pc:sldMk cId="0" sldId="267"/>
            <ac:spMk id="27" creationId="{183684F0-57DF-6892-669E-BE47E64EDB89}"/>
          </ac:spMkLst>
        </pc:spChg>
        <pc:spChg chg="add mod">
          <ac:chgData name="Shrestha, Safal (shre4420@vandals.uidaho.edu)" userId="18ac7307-1cc5-49db-91fd-cc86ad3a36bf" providerId="ADAL" clId="{52673049-237E-42FA-AC49-AAE26614D8D4}" dt="2026-05-05T06:16:20.260" v="118" actId="571"/>
          <ac:spMkLst>
            <pc:docMk/>
            <pc:sldMk cId="0" sldId="267"/>
            <ac:spMk id="28" creationId="{ACF1D6F5-54E5-EDF0-E9AA-D6A90F78EA56}"/>
          </ac:spMkLst>
        </pc:spChg>
      </pc:sldChg>
      <pc:sldChg chg="modSp mod">
        <pc:chgData name="Shrestha, Safal (shre4420@vandals.uidaho.edu)" userId="18ac7307-1cc5-49db-91fd-cc86ad3a36bf" providerId="ADAL" clId="{52673049-237E-42FA-AC49-AAE26614D8D4}" dt="2026-05-05T06:18:38.171" v="153" actId="1076"/>
        <pc:sldMkLst>
          <pc:docMk/>
          <pc:sldMk cId="0" sldId="268"/>
        </pc:sldMkLst>
        <pc:spChg chg="mod">
          <ac:chgData name="Shrestha, Safal (shre4420@vandals.uidaho.edu)" userId="18ac7307-1cc5-49db-91fd-cc86ad3a36bf" providerId="ADAL" clId="{52673049-237E-42FA-AC49-AAE26614D8D4}" dt="2026-05-05T06:17:54.906" v="143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8:38.171" v="153" actId="107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8:22.730" v="148" actId="107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7:50.226" v="142" actId="107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8:03.347" v="145" actId="107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8:31.035" v="150" actId="1076"/>
          <ac:spMkLst>
            <pc:docMk/>
            <pc:sldMk cId="0" sldId="268"/>
            <ac:spMk id="19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8:28.522" v="149" actId="1076"/>
          <ac:spMkLst>
            <pc:docMk/>
            <pc:sldMk cId="0" sldId="268"/>
            <ac:spMk id="21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7:45.242" v="141" actId="1076"/>
          <ac:spMkLst>
            <pc:docMk/>
            <pc:sldMk cId="0" sldId="268"/>
            <ac:spMk id="22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8:08.331" v="146" actId="1076"/>
          <ac:spMkLst>
            <pc:docMk/>
            <pc:sldMk cId="0" sldId="268"/>
            <ac:spMk id="23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8:33.338" v="151" actId="1076"/>
          <ac:spMkLst>
            <pc:docMk/>
            <pc:sldMk cId="0" sldId="268"/>
            <ac:spMk id="24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8:35.850" v="152" actId="1076"/>
          <ac:spMkLst>
            <pc:docMk/>
            <pc:sldMk cId="0" sldId="268"/>
            <ac:spMk id="26" creationId="{00000000-0000-0000-0000-000000000000}"/>
          </ac:spMkLst>
        </pc:spChg>
      </pc:sldChg>
      <pc:sldChg chg="modSp mod">
        <pc:chgData name="Shrestha, Safal (shre4420@vandals.uidaho.edu)" userId="18ac7307-1cc5-49db-91fd-cc86ad3a36bf" providerId="ADAL" clId="{52673049-237E-42FA-AC49-AAE26614D8D4}" dt="2026-05-05T06:20:21.106" v="181" actId="14100"/>
        <pc:sldMkLst>
          <pc:docMk/>
          <pc:sldMk cId="0" sldId="269"/>
        </pc:sldMkLst>
        <pc:spChg chg="mod">
          <ac:chgData name="Shrestha, Safal (shre4420@vandals.uidaho.edu)" userId="18ac7307-1cc5-49db-91fd-cc86ad3a36bf" providerId="ADAL" clId="{52673049-237E-42FA-AC49-AAE26614D8D4}" dt="2026-05-05T06:18:46.281" v="154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9:13.570" v="160" actId="14100"/>
          <ac:spMkLst>
            <pc:docMk/>
            <pc:sldMk cId="0" sldId="269"/>
            <ac:spMk id="7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9:17.683" v="161" actId="1076"/>
          <ac:spMkLst>
            <pc:docMk/>
            <pc:sldMk cId="0" sldId="269"/>
            <ac:spMk id="8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9:40.131" v="168" actId="1076"/>
          <ac:spMkLst>
            <pc:docMk/>
            <pc:sldMk cId="0" sldId="269"/>
            <ac:spMk id="9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9:42.194" v="169" actId="107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9:44.714" v="170" actId="107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20:21.106" v="181" actId="14100"/>
          <ac:spMkLst>
            <pc:docMk/>
            <pc:sldMk cId="0" sldId="269"/>
            <ac:spMk id="12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20:15.226" v="179" actId="1076"/>
          <ac:spMkLst>
            <pc:docMk/>
            <pc:sldMk cId="0" sldId="269"/>
            <ac:spMk id="16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9:29.395" v="164" actId="1076"/>
          <ac:spMkLst>
            <pc:docMk/>
            <pc:sldMk cId="0" sldId="269"/>
            <ac:spMk id="17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9:25.171" v="162" actId="1076"/>
          <ac:spMkLst>
            <pc:docMk/>
            <pc:sldMk cId="0" sldId="269"/>
            <ac:spMk id="18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9:34.458" v="166" actId="1076"/>
          <ac:spMkLst>
            <pc:docMk/>
            <pc:sldMk cId="0" sldId="269"/>
            <ac:spMk id="19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9:31.890" v="165" actId="107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19:36.787" v="167" actId="1076"/>
          <ac:spMkLst>
            <pc:docMk/>
            <pc:sldMk cId="0" sldId="269"/>
            <ac:spMk id="21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20:18.738" v="180" actId="14100"/>
          <ac:spMkLst>
            <pc:docMk/>
            <pc:sldMk cId="0" sldId="269"/>
            <ac:spMk id="22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20:10.699" v="177" actId="1076"/>
          <ac:spMkLst>
            <pc:docMk/>
            <pc:sldMk cId="0" sldId="269"/>
            <ac:spMk id="24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20:01.858" v="173" actId="1076"/>
          <ac:spMkLst>
            <pc:docMk/>
            <pc:sldMk cId="0" sldId="269"/>
            <ac:spMk id="25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20:13.211" v="178" actId="1076"/>
          <ac:spMkLst>
            <pc:docMk/>
            <pc:sldMk cId="0" sldId="269"/>
            <ac:spMk id="26" creationId="{00000000-0000-0000-0000-000000000000}"/>
          </ac:spMkLst>
        </pc:spChg>
      </pc:sldChg>
      <pc:sldChg chg="delSp modSp mod">
        <pc:chgData name="Shrestha, Safal (shre4420@vandals.uidaho.edu)" userId="18ac7307-1cc5-49db-91fd-cc86ad3a36bf" providerId="ADAL" clId="{52673049-237E-42FA-AC49-AAE26614D8D4}" dt="2026-05-05T06:32:09.813" v="234" actId="20577"/>
        <pc:sldMkLst>
          <pc:docMk/>
          <pc:sldMk cId="0" sldId="270"/>
        </pc:sldMkLst>
        <pc:spChg chg="mod">
          <ac:chgData name="Shrestha, Safal (shre4420@vandals.uidaho.edu)" userId="18ac7307-1cc5-49db-91fd-cc86ad3a36bf" providerId="ADAL" clId="{52673049-237E-42FA-AC49-AAE26614D8D4}" dt="2026-05-05T06:32:09.813" v="234" actId="20577"/>
          <ac:spMkLst>
            <pc:docMk/>
            <pc:sldMk cId="0" sldId="270"/>
            <ac:spMk id="5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31:01.012" v="221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31:49.267" v="231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31:49.267" v="231" actId="1076"/>
          <ac:spMkLst>
            <pc:docMk/>
            <pc:sldMk cId="0" sldId="270"/>
            <ac:spMk id="8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31:49.267" v="231" actId="1076"/>
          <ac:spMkLst>
            <pc:docMk/>
            <pc:sldMk cId="0" sldId="270"/>
            <ac:spMk id="9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31:49.267" v="231" actId="107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31:58.570" v="233" actId="107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31:26.522" v="229" actId="107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31:26.522" v="229" actId="1076"/>
          <ac:spMkLst>
            <pc:docMk/>
            <pc:sldMk cId="0" sldId="270"/>
            <ac:spMk id="13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31:26.522" v="229" actId="1076"/>
          <ac:spMkLst>
            <pc:docMk/>
            <pc:sldMk cId="0" sldId="270"/>
            <ac:spMk id="14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31:26.522" v="229" actId="1076"/>
          <ac:spMkLst>
            <pc:docMk/>
            <pc:sldMk cId="0" sldId="270"/>
            <ac:spMk id="15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31:54.610" v="232" actId="1076"/>
          <ac:spMkLst>
            <pc:docMk/>
            <pc:sldMk cId="0" sldId="270"/>
            <ac:spMk id="16" creationId="{00000000-0000-0000-0000-000000000000}"/>
          </ac:spMkLst>
        </pc:spChg>
        <pc:spChg chg="del">
          <ac:chgData name="Shrestha, Safal (shre4420@vandals.uidaho.edu)" userId="18ac7307-1cc5-49db-91fd-cc86ad3a36bf" providerId="ADAL" clId="{52673049-237E-42FA-AC49-AAE26614D8D4}" dt="2026-05-05T06:31:05.747" v="223" actId="478"/>
          <ac:spMkLst>
            <pc:docMk/>
            <pc:sldMk cId="0" sldId="270"/>
            <ac:spMk id="17" creationId="{00000000-0000-0000-0000-000000000000}"/>
          </ac:spMkLst>
        </pc:spChg>
        <pc:spChg chg="del">
          <ac:chgData name="Shrestha, Safal (shre4420@vandals.uidaho.edu)" userId="18ac7307-1cc5-49db-91fd-cc86ad3a36bf" providerId="ADAL" clId="{52673049-237E-42FA-AC49-AAE26614D8D4}" dt="2026-05-05T06:31:10.786" v="227" actId="478"/>
          <ac:spMkLst>
            <pc:docMk/>
            <pc:sldMk cId="0" sldId="270"/>
            <ac:spMk id="18" creationId="{00000000-0000-0000-0000-000000000000}"/>
          </ac:spMkLst>
        </pc:spChg>
        <pc:spChg chg="del mod">
          <ac:chgData name="Shrestha, Safal (shre4420@vandals.uidaho.edu)" userId="18ac7307-1cc5-49db-91fd-cc86ad3a36bf" providerId="ADAL" clId="{52673049-237E-42FA-AC49-AAE26614D8D4}" dt="2026-05-05T06:31:11.779" v="228" actId="478"/>
          <ac:spMkLst>
            <pc:docMk/>
            <pc:sldMk cId="0" sldId="270"/>
            <ac:spMk id="19" creationId="{00000000-0000-0000-0000-000000000000}"/>
          </ac:spMkLst>
        </pc:spChg>
        <pc:spChg chg="del">
          <ac:chgData name="Shrestha, Safal (shre4420@vandals.uidaho.edu)" userId="18ac7307-1cc5-49db-91fd-cc86ad3a36bf" providerId="ADAL" clId="{52673049-237E-42FA-AC49-AAE26614D8D4}" dt="2026-05-05T06:31:04.309" v="222" actId="478"/>
          <ac:spMkLst>
            <pc:docMk/>
            <pc:sldMk cId="0" sldId="270"/>
            <ac:spMk id="20" creationId="{00000000-0000-0000-0000-000000000000}"/>
          </ac:spMkLst>
        </pc:spChg>
        <pc:spChg chg="del">
          <ac:chgData name="Shrestha, Safal (shre4420@vandals.uidaho.edu)" userId="18ac7307-1cc5-49db-91fd-cc86ad3a36bf" providerId="ADAL" clId="{52673049-237E-42FA-AC49-AAE26614D8D4}" dt="2026-05-05T06:31:04.309" v="222" actId="478"/>
          <ac:spMkLst>
            <pc:docMk/>
            <pc:sldMk cId="0" sldId="270"/>
            <ac:spMk id="21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31:38.514" v="230" actId="1076"/>
          <ac:spMkLst>
            <pc:docMk/>
            <pc:sldMk cId="0" sldId="270"/>
            <ac:spMk id="22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31:38.514" v="230" actId="1076"/>
          <ac:spMkLst>
            <pc:docMk/>
            <pc:sldMk cId="0" sldId="270"/>
            <ac:spMk id="23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31:38.514" v="230" actId="1076"/>
          <ac:spMkLst>
            <pc:docMk/>
            <pc:sldMk cId="0" sldId="270"/>
            <ac:spMk id="24" creationId="{00000000-0000-0000-0000-000000000000}"/>
          </ac:spMkLst>
        </pc:spChg>
        <pc:spChg chg="mod">
          <ac:chgData name="Shrestha, Safal (shre4420@vandals.uidaho.edu)" userId="18ac7307-1cc5-49db-91fd-cc86ad3a36bf" providerId="ADAL" clId="{52673049-237E-42FA-AC49-AAE26614D8D4}" dt="2026-05-05T06:31:38.514" v="230" actId="1076"/>
          <ac:spMkLst>
            <pc:docMk/>
            <pc:sldMk cId="0" sldId="270"/>
            <ac:spMk id="2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GRAPH DATABASE FINAL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68580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0" b="1">
                <a:solidFill>
                  <a:srgbClr val="19211C"/>
                </a:solidFill>
                <a:latin typeface="Georgia"/>
              </a:defRPr>
            </a:pPr>
            <a:r>
              <a:t>Academic Library</a:t>
            </a:r>
          </a:p>
          <a:p>
            <a:pPr>
              <a:defRPr sz="4300" b="1">
                <a:solidFill>
                  <a:srgbClr val="19211C"/>
                </a:solidFill>
                <a:latin typeface="Georgia"/>
              </a:defRPr>
            </a:pPr>
            <a:r>
              <a:t>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99232"/>
            <a:ext cx="56692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58655D"/>
                </a:solidFill>
                <a:latin typeface="Source Sans 3"/>
              </a:defRPr>
            </a:pPr>
            <a:r>
              <a:t>A graph-oriented academic library prototype for exploring researchers, publications, citations, venues, and collaboration networks.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715000"/>
            <a:ext cx="6400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50" b="1">
                <a:solidFill>
                  <a:srgbClr val="214D3F"/>
                </a:solidFill>
                <a:latin typeface="Source Sans 3"/>
              </a:defRPr>
            </a:pPr>
            <a:r>
              <a:t>Safal Shrestha  |  Mamun Abdullah  |  Swikriti Shrestha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868680"/>
            <a:ext cx="42519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86600" y="868680"/>
            <a:ext cx="4251960" cy="219456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251192" y="937259"/>
            <a:ext cx="73152" cy="73152"/>
          </a:xfrm>
          <a:prstGeom prst="ellipse">
            <a:avLst/>
          </a:prstGeom>
          <a:solidFill>
            <a:srgbClr val="BC4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415783" y="937259"/>
            <a:ext cx="73152" cy="73152"/>
          </a:xfrm>
          <a:prstGeom prst="ellipse">
            <a:avLst/>
          </a:prstGeom>
          <a:solidFill>
            <a:srgbClr val="8A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580375" y="937259"/>
            <a:ext cx="73152" cy="73152"/>
          </a:xfrm>
          <a:prstGeom prst="ellipse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creenshot 2026-05-04 2249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1721401"/>
            <a:ext cx="4032504" cy="37809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329184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ACADEMIC LIBRARY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1C"/>
                </a:solidFill>
                <a:latin typeface="Georgia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5D"/>
                </a:solidFill>
                <a:latin typeface="Source Sans 3"/>
              </a:defRPr>
            </a:pPr>
            <a:r>
              <a:t>Traditional library systems store records, but relationship discovery is the real challenge.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4434840" cy="3337560"/>
          </a:xfrm>
          <a:prstGeom prst="roundRect">
            <a:avLst>
              <a:gd name="adj" fmla="val 8000"/>
            </a:avLst>
          </a:prstGeom>
          <a:solidFill>
            <a:srgbClr val="F7F8F4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920240"/>
            <a:ext cx="285366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TRADITIONAL L</a:t>
            </a:r>
            <a:r>
              <a:rPr lang="en-US" dirty="0"/>
              <a:t>ibrary Management System</a:t>
            </a:r>
            <a:r>
              <a:rPr dirty="0"/>
              <a:t> 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95144"/>
            <a:ext cx="3922775" cy="26060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0">
                <a:solidFill>
                  <a:srgbClr val="19211C"/>
                </a:solidFill>
                <a:latin typeface="Source Sans 3"/>
              </a:defRPr>
            </a:pPr>
            <a:r>
              <a:rPr dirty="0"/>
              <a:t>Academic data is highly connected, but ordinary record tables make collaboration, citation, affiliation, and journal influence difficult to explore as a network.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73152" cy="3337560"/>
          </a:xfrm>
          <a:prstGeom prst="rect">
            <a:avLst/>
          </a:prstGeom>
          <a:solidFill>
            <a:srgbClr val="BC4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532120" y="160020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32120" y="1600200"/>
            <a:ext cx="73152" cy="1417320"/>
          </a:xfrm>
          <a:prstGeom prst="rect">
            <a:avLst/>
          </a:prstGeom>
          <a:solidFill>
            <a:srgbClr val="2F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14999" y="1663943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HIDDEN 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5272" y="1871671"/>
            <a:ext cx="1527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Collaboration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05856" y="2167128"/>
            <a:ext cx="1490472" cy="3749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Who works with whom, and how strong is that relationship?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60020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80960" y="1600200"/>
            <a:ext cx="73152" cy="141732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19" y="1655064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HIDDEN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1851659"/>
            <a:ext cx="1527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Citation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7" y="2285205"/>
            <a:ext cx="1490472" cy="3749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Which papers influence future work?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160020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829800" y="1600200"/>
            <a:ext cx="73152" cy="1417320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66960" y="1673353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HIDDEN LINK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1919975"/>
            <a:ext cx="1527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Venue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85248" y="2280567"/>
            <a:ext cx="1490472" cy="3749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Which authors connect through top-tier journals?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32120" y="3657600"/>
            <a:ext cx="61722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532120" y="3657600"/>
            <a:ext cx="73152" cy="1097280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05856" y="3715975"/>
            <a:ext cx="5806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PROJECT NEED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3923239"/>
            <a:ext cx="58247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From records to relationships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96712" y="4279855"/>
            <a:ext cx="5788152" cy="548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The project needed a graph database structure plus visual query results, not just CRUD tables.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329184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ACADEMIC LIBRARY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1C"/>
                </a:solidFill>
                <a:latin typeface="Georgia"/>
              </a:defRPr>
            </a:pPr>
            <a:r>
              <a:t>Project Solution /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5D"/>
                </a:solidFill>
                <a:latin typeface="Source Sans 3"/>
              </a:defRPr>
            </a:pPr>
            <a:r>
              <a:t>A graph-oriented academic library platform built around nodes, edges, and visual analytics.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73152" cy="1417320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25777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WHAT WE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51660"/>
            <a:ext cx="30358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Connected academic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247569"/>
            <a:ext cx="2999232" cy="3749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Authors, institutions, publications, and venues become graph nodes that can be explored together.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0020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600200"/>
            <a:ext cx="73152" cy="1417320"/>
          </a:xfrm>
          <a:prstGeom prst="rect">
            <a:avLst/>
          </a:prstGeom>
          <a:solidFill>
            <a:srgbClr val="2F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170992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WHAT WE ADDED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3" y="1882869"/>
            <a:ext cx="30358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Typed relationships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264863"/>
            <a:ext cx="2999232" cy="3749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Co-author, citation, affiliation, authored, and published-in relationships are stored as typed edges.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60020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1600200"/>
            <a:ext cx="73152" cy="141732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75904" y="1691640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WHAT IT ENABLES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882869"/>
            <a:ext cx="30358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Interactive 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9" y="2306806"/>
            <a:ext cx="2999232" cy="3749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Required graph queries return both data tables and network visualizations.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3383280"/>
            <a:ext cx="49377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0120" y="3383280"/>
            <a:ext cx="4937760" cy="219456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24712" y="3451860"/>
            <a:ext cx="73152" cy="73152"/>
          </a:xfrm>
          <a:prstGeom prst="ellipse">
            <a:avLst/>
          </a:prstGeom>
          <a:solidFill>
            <a:srgbClr val="BC4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289304" y="3451860"/>
            <a:ext cx="73152" cy="73152"/>
          </a:xfrm>
          <a:prstGeom prst="ellipse">
            <a:avLst/>
          </a:prstGeom>
          <a:solidFill>
            <a:srgbClr val="8A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453895" y="3451860"/>
            <a:ext cx="73152" cy="73152"/>
          </a:xfrm>
          <a:prstGeom prst="ellipse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Screenshot 2026-05-04 2249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126" y="3675888"/>
            <a:ext cx="2057746" cy="1929384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309360" y="3383280"/>
            <a:ext cx="49377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60" y="3383280"/>
            <a:ext cx="4937760" cy="219456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473952" y="3451860"/>
            <a:ext cx="73152" cy="73152"/>
          </a:xfrm>
          <a:prstGeom prst="ellipse">
            <a:avLst/>
          </a:prstGeom>
          <a:solidFill>
            <a:srgbClr val="BC4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638544" y="3451860"/>
            <a:ext cx="73152" cy="73152"/>
          </a:xfrm>
          <a:prstGeom prst="ellipse">
            <a:avLst/>
          </a:prstGeom>
          <a:solidFill>
            <a:srgbClr val="8A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803136" y="3451860"/>
            <a:ext cx="73152" cy="73152"/>
          </a:xfrm>
          <a:prstGeom prst="ellipse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Screenshot 2026-05-04 2243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541" y="3675888"/>
            <a:ext cx="2535396" cy="19293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329184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ACADEMIC LIBRARY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1C"/>
                </a:solidFill>
                <a:latin typeface="Georgia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5D"/>
                </a:solidFill>
                <a:latin typeface="Source Sans 3"/>
              </a:defRPr>
            </a:pPr>
            <a:r>
              <a:t>The prototype is organized as a simple three-layer web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2971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73152" cy="1828800"/>
          </a:xfrm>
          <a:prstGeom prst="rect">
            <a:avLst/>
          </a:prstGeom>
          <a:solidFill>
            <a:srgbClr val="2F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011680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FRONTEND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04288"/>
            <a:ext cx="2624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Vanilla JS + Cytoscape.js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761488"/>
            <a:ext cx="2587752" cy="7863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t>Dashboard, search, CRUD forms, analytics pages, interactive graph rendering, CSV and PNG export.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828800"/>
            <a:ext cx="2971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17720" y="1828800"/>
            <a:ext cx="73152" cy="18288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18888" y="2011680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BACKEND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304288"/>
            <a:ext cx="2624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Python + Flask REST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2761488"/>
            <a:ext cx="2587752" cy="7863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t>Seeding, validation, CRUD endpoints, graph query execution, and normalized response objects.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828800"/>
            <a:ext cx="2971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66760" y="1828800"/>
            <a:ext cx="73152" cy="1828800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67928" y="2011680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DATABASE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2304288"/>
            <a:ext cx="2624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t>SQLite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2761488"/>
            <a:ext cx="2587752" cy="7863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t>Nodes, Edges, subtype tables, Graphs, NodeGraphs, and EdgeGraphs.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86200" y="2743200"/>
            <a:ext cx="612648" cy="0"/>
          </a:xfrm>
          <a:prstGeom prst="line">
            <a:avLst/>
          </a:prstGeom>
          <a:ln w="20320">
            <a:solidFill>
              <a:srgbClr val="8A6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35240" y="2743200"/>
            <a:ext cx="612648" cy="0"/>
          </a:xfrm>
          <a:prstGeom prst="line">
            <a:avLst/>
          </a:prstGeom>
          <a:ln w="20320">
            <a:solidFill>
              <a:srgbClr val="8A6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97280" y="4617720"/>
            <a:ext cx="9966960" cy="777240"/>
          </a:xfrm>
          <a:prstGeom prst="roundRect">
            <a:avLst>
              <a:gd name="adj" fmla="val 8000"/>
            </a:avLst>
          </a:prstGeom>
          <a:solidFill>
            <a:srgbClr val="F7F8F4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53312" y="4718304"/>
            <a:ext cx="9509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RUNTIME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8928" y="4882898"/>
            <a:ext cx="9454896" cy="457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0">
                <a:solidFill>
                  <a:srgbClr val="19211C"/>
                </a:solidFill>
                <a:latin typeface="Source Sans 3"/>
              </a:defRPr>
            </a:pPr>
            <a:r>
              <a:rPr dirty="0"/>
              <a:t>Browser actions call Flask API endpoints; the backend traverses SQLite graph tables; Cytoscape.js renders the returned nodes and edges.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4617720"/>
            <a:ext cx="73152" cy="777240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329184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ACADEMIC LIBRARY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1C"/>
                </a:solidFill>
                <a:latin typeface="Georgia"/>
              </a:defRPr>
            </a:pPr>
            <a:r>
              <a:t>Graph Database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5D"/>
                </a:solidFill>
                <a:latin typeface="Source Sans 3"/>
              </a:defRPr>
            </a:pPr>
            <a:r>
              <a:t>A normalized relational schema that behaves like a graph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73152" cy="1828800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78308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NODE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75688"/>
            <a:ext cx="2167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t>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532888"/>
            <a:ext cx="2130552" cy="7863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t>NodeID, NodeType, DisplayLabel, AttributesJson, CreatedAt. Supports Author, Institution, Publication, Venue.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60020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40" y="1600200"/>
            <a:ext cx="73152" cy="1828800"/>
          </a:xfrm>
          <a:prstGeom prst="rect">
            <a:avLst/>
          </a:prstGeom>
          <a:solidFill>
            <a:srgbClr val="BC4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1608" y="178308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EDGE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075688"/>
            <a:ext cx="2167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t>Edges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2532888"/>
            <a:ext cx="2130552" cy="7863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t>EdgeID, SourceNodeID, TargetNodeID, EdgeType, EdgeYear, Weight, MetadataJson.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60020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1600200"/>
            <a:ext cx="73152" cy="18288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56248" y="178308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SUBTYPE TABLES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075688"/>
            <a:ext cx="2167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t>Domain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2532888"/>
            <a:ext cx="2130552" cy="7863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t>Authors, Institutions, Publications, and Venues store type-specific attributes.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60020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89720" y="1600200"/>
            <a:ext cx="73152" cy="1828800"/>
          </a:xfrm>
          <a:prstGeom prst="rect">
            <a:avLst/>
          </a:prstGeom>
          <a:solidFill>
            <a:srgbClr val="2F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90888" y="178308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MULTI-GRAPH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0888" y="2075688"/>
            <a:ext cx="2167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t>Graph 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0888" y="2532888"/>
            <a:ext cx="2130552" cy="7863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t>Graphs, NodeGraphs, and EdgeGraphs allow the same node or edge to belong to multiple graphs.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4069080"/>
            <a:ext cx="10378440" cy="1051560"/>
          </a:xfrm>
          <a:prstGeom prst="roundRect">
            <a:avLst>
              <a:gd name="adj" fmla="val 8000"/>
            </a:avLst>
          </a:prstGeom>
          <a:solidFill>
            <a:srgbClr val="F7F8F4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24712" y="4197096"/>
            <a:ext cx="9921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CORE DESIGN IDEA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" y="4526280"/>
            <a:ext cx="9866376" cy="3200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0">
                <a:solidFill>
                  <a:srgbClr val="19211C"/>
                </a:solidFill>
                <a:latin typeface="Source Sans 3"/>
              </a:defRPr>
            </a:pPr>
            <a:r>
              <a:rPr dirty="0"/>
              <a:t>The single Nodes table gives every object a graph identity. The single Edges table gives every relationship a traversable direction, type, weight, year, and metadata.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4069080"/>
            <a:ext cx="73152" cy="1051560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329184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ACADEMIC LIBRARY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1C"/>
                </a:solidFill>
                <a:latin typeface="Georgia"/>
              </a:defRPr>
            </a:pPr>
            <a:r>
              <a:t>ER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88136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5D"/>
                </a:solidFill>
                <a:latin typeface="Source Sans 3"/>
              </a:defRPr>
            </a:pPr>
            <a:r>
              <a:rPr dirty="0"/>
              <a:t>Physical schema: nodes, edges, subtype tables, and graph membership mapping.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89888"/>
            <a:ext cx="644652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8" name="Picture 7" descr="Research Graph ER 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292" y="1389888"/>
            <a:ext cx="4308555" cy="4892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359" y="1527048"/>
            <a:ext cx="397763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52360" y="1536192"/>
            <a:ext cx="73152" cy="1143000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44383" y="1607224"/>
            <a:ext cx="36118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SCHEMA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38" y="1859744"/>
            <a:ext cx="36301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Nodes as supertype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3528" y="2170640"/>
            <a:ext cx="3593591" cy="1005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Authors, Institutions, Publications, and Venues share </a:t>
            </a:r>
            <a:r>
              <a:rPr dirty="0" err="1"/>
              <a:t>NodeID</a:t>
            </a:r>
            <a:r>
              <a:rPr dirty="0"/>
              <a:t> as both primary key and foreign key.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2926080"/>
            <a:ext cx="397763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52360" y="2926080"/>
            <a:ext cx="73152" cy="1143000"/>
          </a:xfrm>
          <a:prstGeom prst="rect">
            <a:avLst/>
          </a:prstGeom>
          <a:solidFill>
            <a:srgbClr val="BC4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53528" y="2962457"/>
            <a:ext cx="36118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RELATIONSHIP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3528" y="3195828"/>
            <a:ext cx="36301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Edges connect any node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528" y="3515868"/>
            <a:ext cx="3593591" cy="1005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 err="1"/>
              <a:t>SourceNodeID</a:t>
            </a:r>
            <a:r>
              <a:rPr dirty="0"/>
              <a:t> and </a:t>
            </a:r>
            <a:r>
              <a:rPr dirty="0" err="1"/>
              <a:t>TargetNodeID</a:t>
            </a:r>
            <a:r>
              <a:rPr dirty="0"/>
              <a:t> both reference Nodes, enabling cross-type graph relationships.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4315968"/>
            <a:ext cx="397763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52360" y="4315968"/>
            <a:ext cx="73152" cy="11430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71817" y="4350689"/>
            <a:ext cx="36118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GRAPH MEMBERSHIP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8" y="4549140"/>
            <a:ext cx="36301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Multiple logical graphs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7" y="4789601"/>
            <a:ext cx="3593591" cy="1005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 err="1"/>
              <a:t>NodeGraphs</a:t>
            </a:r>
            <a:r>
              <a:rPr dirty="0"/>
              <a:t> and </a:t>
            </a:r>
            <a:r>
              <a:rPr dirty="0" err="1"/>
              <a:t>EdgeGraphs</a:t>
            </a:r>
            <a:r>
              <a:rPr dirty="0"/>
              <a:t> assign records to collaboration, citation, and venue influence graph 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329184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ACADEMIC LIBRARY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1C"/>
                </a:solidFill>
                <a:latin typeface="Georgia"/>
              </a:defRPr>
            </a:pPr>
            <a:r>
              <a:t>Seeded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5D"/>
                </a:solidFill>
                <a:latin typeface="Source Sans 3"/>
              </a:defRPr>
            </a:pPr>
            <a:r>
              <a:t>The demo dataset is large enough to prove the graph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19202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91056"/>
            <a:ext cx="16002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 b="1">
                <a:solidFill>
                  <a:srgbClr val="58655D"/>
                </a:solidFill>
                <a:latin typeface="Source Sans 3"/>
              </a:defRPr>
            </a:pPr>
            <a:r>
              <a:t>Authors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819656"/>
            <a:ext cx="1600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4D3F"/>
                </a:solidFill>
                <a:latin typeface="Georgia"/>
              </a:defRPr>
            </a:pPr>
            <a: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463040"/>
            <a:ext cx="19202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1591056"/>
            <a:ext cx="16002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 b="1">
                <a:solidFill>
                  <a:srgbClr val="58655D"/>
                </a:solidFill>
                <a:latin typeface="Source Sans 3"/>
              </a:defRPr>
            </a:pPr>
            <a:r>
              <a:t>Institutions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819656"/>
            <a:ext cx="1600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6A2F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7216" y="1463040"/>
            <a:ext cx="19202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21808" y="1591056"/>
            <a:ext cx="16002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 b="1">
                <a:solidFill>
                  <a:srgbClr val="58655D"/>
                </a:solidFill>
                <a:latin typeface="Source Sans 3"/>
              </a:defRPr>
            </a:pPr>
            <a:r>
              <a:t>Venues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1819656"/>
            <a:ext cx="1600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7E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15783" y="1463040"/>
            <a:ext cx="19202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0375" y="1591056"/>
            <a:ext cx="16002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 b="1">
                <a:solidFill>
                  <a:srgbClr val="58655D"/>
                </a:solidFill>
                <a:latin typeface="Source Sans 3"/>
              </a:defRPr>
            </a:pPr>
            <a:r>
              <a:t>Publications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5" y="1803886"/>
            <a:ext cx="1600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C4F2A"/>
                </a:solidFill>
                <a:latin typeface="Georgia"/>
              </a:defRPr>
            </a:pPr>
            <a:r>
              <a:rPr dirty="0"/>
              <a:t>32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74352" y="1463040"/>
            <a:ext cx="19202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38944" y="1591056"/>
            <a:ext cx="16002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 b="1">
                <a:solidFill>
                  <a:srgbClr val="58655D"/>
                </a:solidFill>
                <a:latin typeface="Source Sans 3"/>
              </a:defRPr>
            </a:pPr>
            <a:r>
              <a:t>Relationships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38944" y="1798850"/>
            <a:ext cx="1600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4D3F"/>
                </a:solidFill>
                <a:latin typeface="Georgia"/>
              </a:defRPr>
            </a:pPr>
            <a:r>
              <a:rPr dirty="0"/>
              <a:t>395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017520"/>
            <a:ext cx="3337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" y="3017520"/>
            <a:ext cx="73152" cy="1554480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3200400"/>
            <a:ext cx="2971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GRAPH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493008"/>
            <a:ext cx="29900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t>Collaboration 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" y="3829878"/>
            <a:ext cx="2953512" cy="5120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56 nodes / 143 edges. Authors, institutions, and collaboration relationships for network analysis.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3017520"/>
            <a:ext cx="3337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0" y="3017520"/>
            <a:ext cx="73152" cy="155448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73168" y="3200400"/>
            <a:ext cx="2971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GRAPH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3168" y="3493008"/>
            <a:ext cx="29900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t>Citation Graph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3829878"/>
            <a:ext cx="2953512" cy="5120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32 nodes / 220 edges. Publication citation structure used for influence metrics such as h-index.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3017520"/>
            <a:ext cx="33375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321040" y="3017520"/>
            <a:ext cx="73152" cy="1554480"/>
          </a:xfrm>
          <a:prstGeom prst="rect">
            <a:avLst/>
          </a:prstGeom>
          <a:solidFill>
            <a:srgbClr val="2F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22208" y="3200400"/>
            <a:ext cx="2971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GRAPH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493008"/>
            <a:ext cx="29900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t>Venue Influence Graph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0496" y="3867912"/>
            <a:ext cx="2953512" cy="5120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60 nodes / 157 edges. Author-publication-venue paths enriched with journal quartile metadata.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257800"/>
            <a:ext cx="9875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 b="1">
                <a:solidFill>
                  <a:srgbClr val="58655D"/>
                </a:solidFill>
                <a:latin typeface="Source Sans 3"/>
              </a:defRPr>
            </a:pPr>
            <a:r>
              <a:t>Edge types used in the dataset: AUTHORED, AFFILIATED_WITH, PUBLISHED_IN, CITES, CO_AUTHOR.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329184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ACADEMIC LIBRARY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1C"/>
                </a:solidFill>
                <a:latin typeface="Georgia"/>
              </a:defRPr>
            </a:pPr>
            <a:r>
              <a:t>Technology Stack &amp;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51614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5D"/>
                </a:solidFill>
                <a:latin typeface="Source Sans 3"/>
              </a:defRPr>
            </a:pPr>
            <a:r>
              <a:rPr dirty="0"/>
              <a:t>Lightweight tools, enough structure for a complete working prototype.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1371600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600200"/>
            <a:ext cx="2971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92808"/>
            <a:ext cx="29900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t>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50008"/>
            <a:ext cx="2953512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t>Normalized schema, seeded dataset, foreign-key constraints, indexes.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417320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1417320"/>
            <a:ext cx="73152" cy="13716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1600200"/>
            <a:ext cx="2971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1892808"/>
            <a:ext cx="29900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t>Python + Flask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350008"/>
            <a:ext cx="2953512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t>REST API, query engine, validation, CRUD, seeding, analytics.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417320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1417320"/>
            <a:ext cx="73152" cy="1371600"/>
          </a:xfrm>
          <a:prstGeom prst="rect">
            <a:avLst/>
          </a:prstGeom>
          <a:solidFill>
            <a:srgbClr val="2F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76488" y="1600200"/>
            <a:ext cx="2971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1892808"/>
            <a:ext cx="29900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t>HTML/CSS/JS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2350008"/>
            <a:ext cx="2953512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t>Dashboard, forms, search, analytics views, browser session.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383280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3383280"/>
            <a:ext cx="73152" cy="1371600"/>
          </a:xfrm>
          <a:prstGeom prst="rect">
            <a:avLst/>
          </a:prstGeom>
          <a:solidFill>
            <a:srgbClr val="BC4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3566160"/>
            <a:ext cx="2971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3858768"/>
            <a:ext cx="29900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t>Cytoscape.js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315968"/>
            <a:ext cx="2953512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t>Interactive graphs, node drill-down, highlighting, PNG export.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3383280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80560" y="3383280"/>
            <a:ext cx="73152" cy="1371600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81728" y="3566160"/>
            <a:ext cx="2971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3858768"/>
            <a:ext cx="29900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t>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4315968"/>
            <a:ext cx="2953512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t>Python and Node query tests verify core behavior.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3383280"/>
            <a:ext cx="3337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75320" y="3383280"/>
            <a:ext cx="73152" cy="13716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76488" y="3566160"/>
            <a:ext cx="2971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EXPORTS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6488" y="3858768"/>
            <a:ext cx="29900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t>CSV + PNG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6488" y="4315968"/>
            <a:ext cx="2953512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t>Tables export to CSV and graph surfaces export to image files.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329184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ACADEMIC LIBRARY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1C"/>
                </a:solidFill>
                <a:latin typeface="Georgia"/>
              </a:defRPr>
            </a:pPr>
            <a:r>
              <a:t>Prototype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4851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5D"/>
                </a:solidFill>
                <a:latin typeface="Source Sans 3"/>
              </a:defRPr>
            </a:pPr>
            <a:r>
              <a:rPr dirty="0"/>
              <a:t>First view of the running system: counts, navigation, and graph membership.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64465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6446520" cy="219456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59" y="1485900"/>
            <a:ext cx="73152" cy="73152"/>
          </a:xfrm>
          <a:prstGeom prst="ellipse">
            <a:avLst/>
          </a:prstGeom>
          <a:solidFill>
            <a:srgbClr val="BC4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87551" y="1485900"/>
            <a:ext cx="73152" cy="73152"/>
          </a:xfrm>
          <a:prstGeom prst="ellipse">
            <a:avLst/>
          </a:prstGeom>
          <a:solidFill>
            <a:srgbClr val="8A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2143" y="1485900"/>
            <a:ext cx="73152" cy="73152"/>
          </a:xfrm>
          <a:prstGeom prst="ellipse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reenshot 2026-05-04 2249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568" y="1709928"/>
            <a:ext cx="4642119" cy="435254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06640" y="1600200"/>
            <a:ext cx="397763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06640" y="1600200"/>
            <a:ext cx="73152" cy="1143000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19" y="1645655"/>
            <a:ext cx="36118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SYSTEM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0" y="1829595"/>
            <a:ext cx="36301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Live entity 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8" y="2219143"/>
            <a:ext cx="3593591" cy="1005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Authors, publications, venues, and relationships are loaded from the database.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971800"/>
            <a:ext cx="397763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06640" y="2971800"/>
            <a:ext cx="73152" cy="11430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07808" y="3023815"/>
            <a:ext cx="36118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NAVIGATION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1" y="3319073"/>
            <a:ext cx="36301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Focused workflows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8662" y="3609031"/>
            <a:ext cx="3593591" cy="1005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Researchers, Collections, and Analytics divide the prototype into demo-ready tasks.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4343400"/>
            <a:ext cx="397763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06640" y="4343400"/>
            <a:ext cx="73152" cy="1143000"/>
          </a:xfrm>
          <a:prstGeom prst="rect">
            <a:avLst/>
          </a:prstGeom>
          <a:solidFill>
            <a:srgbClr val="2F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16951" y="4395415"/>
            <a:ext cx="36118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MULTI-GRAPH 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8" y="4664832"/>
            <a:ext cx="36301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Graph membership overview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6951" y="4997462"/>
            <a:ext cx="3593591" cy="1005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Dashboard shows named graph views with node and edge counts.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7432" y="64008"/>
            <a:ext cx="12191695" cy="73152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73968" y="651052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93192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ACADEMIC LIBRARY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22376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1C"/>
                </a:solidFill>
                <a:latin typeface="Georgia"/>
              </a:defRPr>
            </a:pPr>
            <a:r>
              <a:t>System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9576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5D"/>
                </a:solidFill>
                <a:latin typeface="Source Sans 3"/>
              </a:defRPr>
            </a:pPr>
            <a:r>
              <a:rPr dirty="0"/>
              <a:t>Search, filtering, catalog browsing, and management workflows.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38928" y="1298448"/>
            <a:ext cx="621792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38928" y="1298448"/>
            <a:ext cx="6217920" cy="219456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303520" y="1367028"/>
            <a:ext cx="73152" cy="73152"/>
          </a:xfrm>
          <a:prstGeom prst="ellipse">
            <a:avLst/>
          </a:prstGeom>
          <a:solidFill>
            <a:srgbClr val="BC4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468112" y="1367028"/>
            <a:ext cx="73152" cy="73152"/>
          </a:xfrm>
          <a:prstGeom prst="ellipse">
            <a:avLst/>
          </a:prstGeom>
          <a:solidFill>
            <a:srgbClr val="8A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632704" y="1367028"/>
            <a:ext cx="73152" cy="73152"/>
          </a:xfrm>
          <a:prstGeom prst="ellipse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reenshot 2026-05-04 2248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598" y="1591056"/>
            <a:ext cx="4930579" cy="467258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6097" y="1481328"/>
            <a:ext cx="3977639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1481328"/>
            <a:ext cx="73152" cy="1097280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6097" y="1517904"/>
            <a:ext cx="36118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1691640"/>
            <a:ext cx="36301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t>Cross-entity lookup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148840"/>
            <a:ext cx="3593591" cy="548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Search authors, publications, institutions, and venues with filters for year, country, quartile, and venue type.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807208"/>
            <a:ext cx="3977639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" y="2807208"/>
            <a:ext cx="73152" cy="109728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" y="2855214"/>
            <a:ext cx="36118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COLLECTIONS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017520"/>
            <a:ext cx="36301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t>Publication catalog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474719"/>
            <a:ext cx="3593591" cy="548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t>Browse publication metadata, venues, authors, and DOI values.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133088"/>
            <a:ext cx="3977639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" y="4133088"/>
            <a:ext cx="73152" cy="1097280"/>
          </a:xfrm>
          <a:prstGeom prst="rect">
            <a:avLst/>
          </a:prstGeom>
          <a:solidFill>
            <a:srgbClr val="2F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4169664"/>
            <a:ext cx="36118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343400"/>
            <a:ext cx="36301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t>CRUD with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800600"/>
            <a:ext cx="3593591" cy="548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t>Create, edit, and delete records while protecting duplicates and unsafe deletions.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8" y="5687568"/>
            <a:ext cx="1600200" cy="347472"/>
          </a:xfrm>
          <a:prstGeom prst="roundRect">
            <a:avLst>
              <a:gd name="adj" fmla="val 35000"/>
            </a:avLst>
          </a:prstGeom>
          <a:solidFill>
            <a:srgbClr val="F7F8F4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3544" y="5756148"/>
            <a:ext cx="1353312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19" b="1">
                <a:solidFill>
                  <a:srgbClr val="BC4F2A"/>
                </a:solidFill>
                <a:latin typeface="Source Sans 3"/>
              </a:defRPr>
            </a:pPr>
            <a:r>
              <a:t>CSV export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78608" y="5687568"/>
            <a:ext cx="1600200" cy="347472"/>
          </a:xfrm>
          <a:prstGeom prst="roundRect">
            <a:avLst>
              <a:gd name="adj" fmla="val 35000"/>
            </a:avLst>
          </a:prstGeom>
          <a:solidFill>
            <a:srgbClr val="F7F8F4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06624" y="5756148"/>
            <a:ext cx="1353312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19" b="1">
                <a:solidFill>
                  <a:srgbClr val="214D3F"/>
                </a:solidFill>
                <a:latin typeface="Source Sans 3"/>
              </a:defRPr>
            </a:pPr>
            <a:r>
              <a:t>Live filters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329184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ACADEMIC LIBRARY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1C"/>
                </a:solidFill>
                <a:latin typeface="Georgia"/>
              </a:defRPr>
            </a:pPr>
            <a:r>
              <a:t>Query 1: Co-Author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10175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5D"/>
                </a:solidFill>
                <a:latin typeface="Source Sans 3"/>
              </a:defRPr>
            </a:pPr>
            <a:r>
              <a:rPr dirty="0"/>
              <a:t>Given an author, retrieve and visualize their collaboration network.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115568"/>
            <a:ext cx="6492240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74920" y="1115568"/>
            <a:ext cx="6492240" cy="219456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239512" y="1184148"/>
            <a:ext cx="73152" cy="73152"/>
          </a:xfrm>
          <a:prstGeom prst="ellipse">
            <a:avLst/>
          </a:prstGeom>
          <a:solidFill>
            <a:srgbClr val="BC4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404103" y="1184148"/>
            <a:ext cx="73152" cy="73152"/>
          </a:xfrm>
          <a:prstGeom prst="ellipse">
            <a:avLst/>
          </a:prstGeom>
          <a:solidFill>
            <a:srgbClr val="8A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568696" y="1184148"/>
            <a:ext cx="73152" cy="73152"/>
          </a:xfrm>
          <a:prstGeom prst="ellipse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reenshot 2026-05-04 2243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449179"/>
            <a:ext cx="6272783" cy="477345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5800" y="1371600"/>
            <a:ext cx="3886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1371600"/>
            <a:ext cx="73152" cy="1143000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1416963"/>
            <a:ext cx="3520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1598610"/>
            <a:ext cx="35387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Selected author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1930842"/>
            <a:ext cx="3502152" cy="1005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Example: Alice Carter, with optional year and graph expansion filters.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743200"/>
            <a:ext cx="3886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2743200"/>
            <a:ext cx="73152" cy="1143000"/>
          </a:xfrm>
          <a:prstGeom prst="rect">
            <a:avLst/>
          </a:prstGeom>
          <a:solidFill>
            <a:srgbClr val="BC4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2800914"/>
            <a:ext cx="3520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" y="2939597"/>
            <a:ext cx="35387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CO_AUTHOR edges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267258"/>
            <a:ext cx="3502152" cy="1005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The query follows co-author relationships; edge weight equals shared publication count.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114800"/>
            <a:ext cx="3886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4114800"/>
            <a:ext cx="73152" cy="1143000"/>
          </a:xfrm>
          <a:prstGeom prst="rect">
            <a:avLst/>
          </a:prstGeom>
          <a:solidFill>
            <a:srgbClr val="2F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" y="4088826"/>
            <a:ext cx="3520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4316035"/>
            <a:ext cx="35387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Interactive 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692330"/>
            <a:ext cx="3502152" cy="1005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Cytoscape.js renders the graph with selected author, collaborators, edge labels, and node drill-down.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329184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ACADEMIC LIBRARY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1C"/>
                </a:solidFill>
                <a:latin typeface="Georgia"/>
              </a:defRPr>
            </a:pPr>
            <a:r>
              <a:t>Query 2: h-index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88136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5D"/>
                </a:solidFill>
                <a:latin typeface="Source Sans 3"/>
              </a:defRPr>
            </a:pPr>
            <a:r>
              <a:rPr dirty="0"/>
              <a:t>Identify authors with h-index &gt;= 5 and show publication venues.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1097280"/>
            <a:ext cx="5715000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40680" y="1097280"/>
            <a:ext cx="5715000" cy="219456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605272" y="1165860"/>
            <a:ext cx="73152" cy="73152"/>
          </a:xfrm>
          <a:prstGeom prst="ellipse">
            <a:avLst/>
          </a:prstGeom>
          <a:solidFill>
            <a:srgbClr val="BC4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769864" y="1165860"/>
            <a:ext cx="73152" cy="73152"/>
          </a:xfrm>
          <a:prstGeom prst="ellipse">
            <a:avLst/>
          </a:prstGeom>
          <a:solidFill>
            <a:srgbClr val="8A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34456" y="1165860"/>
            <a:ext cx="73152" cy="73152"/>
          </a:xfrm>
          <a:prstGeom prst="ellipse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reenshot 2026-05-04 2244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960" y="1389888"/>
            <a:ext cx="4758439" cy="48554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5800" y="1417320"/>
            <a:ext cx="4251960" cy="1234440"/>
          </a:xfrm>
          <a:prstGeom prst="roundRect">
            <a:avLst>
              <a:gd name="adj" fmla="val 8000"/>
            </a:avLst>
          </a:prstGeom>
          <a:solidFill>
            <a:srgbClr val="F7F8F4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164592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DEFINITION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1855172"/>
            <a:ext cx="373989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0">
                <a:solidFill>
                  <a:srgbClr val="19211C"/>
                </a:solidFill>
                <a:latin typeface="Source Sans 3"/>
              </a:defRPr>
            </a:pPr>
            <a:r>
              <a:rPr dirty="0"/>
              <a:t>An author has h-index h when at least h of their publications each have at least h incoming CITES edges.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1417320"/>
            <a:ext cx="73152" cy="1234440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85800" y="2971800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2971800"/>
            <a:ext cx="73152" cy="1143000"/>
          </a:xfrm>
          <a:prstGeom prst="rect">
            <a:avLst/>
          </a:prstGeom>
          <a:solidFill>
            <a:srgbClr val="BC4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027790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SCHEMA 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3255263"/>
            <a:ext cx="39044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Citation 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3616451"/>
            <a:ext cx="3867912" cy="1005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Publications cite publications through CITES edges in the Edges 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343400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4343400"/>
            <a:ext cx="73152" cy="11430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" y="4411980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613148"/>
            <a:ext cx="39044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Author impact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974336"/>
            <a:ext cx="3867912" cy="1005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The interface displays author name, h-index score, publication venues, and top cited publications.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329184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ACADEMIC LIBRARY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1C"/>
                </a:solidFill>
                <a:latin typeface="Georgia"/>
              </a:defRPr>
            </a:pPr>
            <a:r>
              <a:t>Query 3: Q1 Journal Influence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5D"/>
                </a:solidFill>
                <a:latin typeface="Source Sans 3"/>
              </a:defRPr>
            </a:pPr>
            <a:r>
              <a:t>Find authors linked to researchers publishing in top-tier journals.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097280"/>
            <a:ext cx="6080760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66360" y="1097280"/>
            <a:ext cx="6080760" cy="219456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330952" y="1165860"/>
            <a:ext cx="73152" cy="73152"/>
          </a:xfrm>
          <a:prstGeom prst="ellipse">
            <a:avLst/>
          </a:prstGeom>
          <a:solidFill>
            <a:srgbClr val="BC4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495544" y="1165860"/>
            <a:ext cx="73152" cy="73152"/>
          </a:xfrm>
          <a:prstGeom prst="ellipse">
            <a:avLst/>
          </a:prstGeom>
          <a:solidFill>
            <a:srgbClr val="8A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660136" y="1165860"/>
            <a:ext cx="73152" cy="73152"/>
          </a:xfrm>
          <a:prstGeom prst="ellipse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reenshot 2026-05-04 2248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6974" y="1389887"/>
            <a:ext cx="4199530" cy="48554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6910" y="1550273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7F8F4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941832" y="1554480"/>
            <a:ext cx="3703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Q1 DEFINITION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700" y="1887375"/>
            <a:ext cx="3648456" cy="4114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0">
                <a:solidFill>
                  <a:srgbClr val="19211C"/>
                </a:solidFill>
                <a:latin typeface="Source Sans 3"/>
              </a:defRPr>
            </a:pPr>
            <a:r>
              <a:rPr dirty="0"/>
              <a:t>A Q1 journal is any venue where </a:t>
            </a:r>
            <a:r>
              <a:rPr dirty="0" err="1"/>
              <a:t>Venues.Quartile</a:t>
            </a:r>
            <a:r>
              <a:rPr dirty="0"/>
              <a:t> = 'Q1'. The metadata is stored directly in the Venues subtype table.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5717" y="1566093"/>
            <a:ext cx="73152" cy="11430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674668" y="3025935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1024" y="3025935"/>
            <a:ext cx="73152" cy="1143000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3" y="3069411"/>
            <a:ext cx="379475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264408"/>
            <a:ext cx="3813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t>Influence expansion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611880"/>
            <a:ext cx="3776472" cy="1005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The query identifies Q1-publishing authors, then follows CO_AUTHOR edges to connected authors.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4668" y="4515678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658964" y="4515678"/>
            <a:ext cx="73152" cy="1143000"/>
          </a:xfrm>
          <a:prstGeom prst="rect">
            <a:avLst/>
          </a:prstGeom>
          <a:solidFill>
            <a:srgbClr val="2F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562856"/>
            <a:ext cx="379475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EXTRA FEATURE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727448"/>
            <a:ext cx="3813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t>Shortest path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115339"/>
            <a:ext cx="3776472" cy="1005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The analytics view also demonstrates shortest collaboration paths between two researchers.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329184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ACADEMIC LIBRARY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1C"/>
                </a:solidFill>
                <a:latin typeface="Georgia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15568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5D"/>
                </a:solidFill>
                <a:latin typeface="Source Sans 3"/>
              </a:defRPr>
            </a:pPr>
            <a:r>
              <a:rPr dirty="0"/>
              <a:t>What the final prototype demonstrates.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2927" y="1435607"/>
            <a:ext cx="5535434" cy="1499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98625" y="1463040"/>
            <a:ext cx="73152" cy="1417320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1" y="1585226"/>
            <a:ext cx="45262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777" y="1872399"/>
            <a:ext cx="45445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Static records became explorable relationships.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09455"/>
            <a:ext cx="4507992" cy="3749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The project transforms library data into an academic network that can be searched, analyzed, and visualized.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39" y="1417320"/>
            <a:ext cx="5456584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73152" cy="141732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1600200"/>
            <a:ext cx="45262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1892808"/>
            <a:ext cx="45445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t>One schema supports multiple graph views.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304288"/>
            <a:ext cx="4507992" cy="3749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Collaboration, citation, and venue influence graphs share the same normalized Nodes and Edges foundation.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2927" y="3474719"/>
            <a:ext cx="5535434" cy="148159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98625" y="3506855"/>
            <a:ext cx="73152" cy="1417320"/>
          </a:xfrm>
          <a:prstGeom prst="rect">
            <a:avLst/>
          </a:prstGeom>
          <a:solidFill>
            <a:srgbClr val="2F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8081" y="3644348"/>
            <a:ext cx="45262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3908066"/>
            <a:ext cx="45445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The required queries are connected features.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368" y="4377989"/>
            <a:ext cx="4507992" cy="3749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Co-author, h-index, and Q1 influence queries all reuse the same graph model instead of isolated one-off tables.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39" y="3474720"/>
            <a:ext cx="5529735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3474720"/>
            <a:ext cx="73152" cy="1417320"/>
          </a:xfrm>
          <a:prstGeom prst="rect">
            <a:avLst/>
          </a:prstGeom>
          <a:solidFill>
            <a:srgbClr val="BC4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93513" y="3609648"/>
            <a:ext cx="4526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TAKEAWAY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5" y="3950208"/>
            <a:ext cx="45445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Visualization makes the insight understandable.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1800" y="4319546"/>
            <a:ext cx="4507992" cy="3749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60" b="0">
                <a:solidFill>
                  <a:srgbClr val="58655D"/>
                </a:solidFill>
                <a:latin typeface="Source Sans 3"/>
              </a:defRPr>
            </a:pPr>
            <a:r>
              <a:rPr dirty="0"/>
              <a:t>Network diagrams reveal collaboration paths, influence links, and graph structure faster than tables alone.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329184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ACADEMIC LIBRARY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49439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1C"/>
                </a:solidFill>
                <a:latin typeface="Georgia"/>
              </a:defRPr>
            </a:pPr>
            <a:r>
              <a:rPr dirty="0"/>
              <a:t>Limitations,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55D"/>
                </a:solidFill>
                <a:latin typeface="Source Sans 3"/>
              </a:defRPr>
            </a:pPr>
            <a:r>
              <a:rPr dirty="0"/>
              <a:t>Where the project stands and how the live demo will run.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7270" y="1634861"/>
            <a:ext cx="3342464" cy="2569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07269" y="1634861"/>
            <a:ext cx="146171" cy="2569464"/>
          </a:xfrm>
          <a:prstGeom prst="rect">
            <a:avLst/>
          </a:prstGeom>
          <a:solidFill>
            <a:srgbClr val="BC4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0338" y="1726665"/>
            <a:ext cx="2971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rPr dirty="0"/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194" y="1969345"/>
            <a:ext cx="29900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Current boundaries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9211" y="2377385"/>
            <a:ext cx="3034151" cy="15696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SQLite is suitable for a prototype, but not ideal for very large academic graphs.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Authentication is simplified and not production-ready.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Dataset is seeded for demo purposes instead of imported from real 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Analytics cover required queries but not advanced graph algorithms yet.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10279"/>
            <a:ext cx="3337560" cy="2569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0" y="1610279"/>
            <a:ext cx="143786" cy="2569464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6651" y="1673352"/>
            <a:ext cx="2971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1881676"/>
            <a:ext cx="29900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1C"/>
                </a:solidFill>
                <a:latin typeface="Georgia"/>
              </a:defRPr>
            </a:pPr>
            <a:r>
              <a:rPr dirty="0"/>
              <a:t>Next improvements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6651" y="2329204"/>
            <a:ext cx="2953512" cy="17543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Move to PostgreSQL or Neo4j for scale.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Add secure backend authentication and role-based access.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Import real data from DBLP/</a:t>
            </a:r>
            <a:r>
              <a:rPr lang="en-US" sz="1200" dirty="0" err="1"/>
              <a:t>OpenAlex</a:t>
            </a:r>
            <a:r>
              <a:rPr lang="en-US" sz="1200" dirty="0"/>
              <a:t>/</a:t>
            </a:r>
            <a:r>
              <a:rPr lang="en-US" sz="1200" dirty="0" err="1"/>
              <a:t>Crossref</a:t>
            </a:r>
            <a:r>
              <a:rPr lang="en-US" sz="1200" dirty="0"/>
              <a:t>/ORCID.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Add PageRank, centrality, community detection, and trend analytics.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Add saved searches, dashboards, reports, and improved mobile support.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2931" y="4846393"/>
            <a:ext cx="9875520" cy="1051560"/>
          </a:xfrm>
          <a:prstGeom prst="roundRect">
            <a:avLst>
              <a:gd name="adj" fmla="val 8000"/>
            </a:avLst>
          </a:prstGeom>
          <a:solidFill>
            <a:srgbClr val="F7F8F4"/>
          </a:solidFill>
          <a:ln>
            <a:solidFill>
              <a:srgbClr val="D5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08963" y="5074993"/>
            <a:ext cx="9418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6A2F"/>
                </a:solidFill>
                <a:latin typeface="Source Sans 3"/>
              </a:defRPr>
            </a:pPr>
            <a:r>
              <a:t>CLOSING MESSAGE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2122" y="5261850"/>
            <a:ext cx="9363456" cy="3200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0">
                <a:solidFill>
                  <a:srgbClr val="19211C"/>
                </a:solidFill>
                <a:latin typeface="Source Sans 3"/>
              </a:defRPr>
            </a:pPr>
            <a:r>
              <a:rPr dirty="0"/>
              <a:t>The Academic Library Management System proves that a lightweight relational backend can still deliver graph-style academic discovery, analytics, and visual exploration.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2931" y="4846393"/>
            <a:ext cx="73152" cy="1051560"/>
          </a:xfrm>
          <a:prstGeom prst="rect">
            <a:avLst/>
          </a:prstGeom>
          <a:solidFill>
            <a:srgbClr val="21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1444</Words>
  <Application>Microsoft Office PowerPoint</Application>
  <PresentationFormat>Widescreen</PresentationFormat>
  <Paragraphs>229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Shrestha, Safal (shre4420@vandals.uidaho.edu)</cp:lastModifiedBy>
  <cp:revision>1</cp:revision>
  <dcterms:created xsi:type="dcterms:W3CDTF">2013-01-27T09:14:16Z</dcterms:created>
  <dcterms:modified xsi:type="dcterms:W3CDTF">2026-05-05T06:32:16Z</dcterms:modified>
  <cp:category/>
</cp:coreProperties>
</file>